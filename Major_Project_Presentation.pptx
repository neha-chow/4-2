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K-Means (Scratch)</c:v>
                  </c:pt>
                  <c:pt idx="1">
                    <c:v>K-Means (Sklearn)</c:v>
                  </c:pt>
                  <c:pt idx="2">
                    <c:v>Hierarchical</c:v>
                  </c:pt>
                  <c:pt idx="3">
                    <c:v>DBSCAN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0.356</c:v>
                </c:pt>
                <c:pt idx="1">
                  <c:v>0.423</c:v>
                </c:pt>
                <c:pt idx="2">
                  <c:v>0.397</c:v>
                </c:pt>
                <c:pt idx="3">
                  <c:v>0.326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SREENIDHI INSTITUTE OF SCIENCE AND TECHNOLOGY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 |  B.Tech (ECE)  |  April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and Comparative Analysis of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Algorithms for Customer Segmentation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Bhavishya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22311A04D3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Sree Varsha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22311A04F1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Bhavana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22311A04F5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Vineetha Kaashipaka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Department of ECE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Coordinator: Dr. T. Swapna   |   HOD: Dr. S.P.V. Subba Rao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is a core business-analytics tool for targeted marketing and personalised services.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studies rely on secondary datasets and only financial features (income, spending), limiting behavioural insight.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uses primary survey data (113 respondents) and introduces a new behavioural feature — Shopping Frequency.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implemented from scratch and compared against library K-Means, Hierarchical clustering, and DBSCAN.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quality is evaluated using the Elbow Method (WCSS) and the Silhouette Score to identify the best-performing algorithm.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Comparative Analysis of Clustering Algorithms for Customer Segmentation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38328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41148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/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Takeaway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MacQueen (1967)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 of K-Means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Foundational centroid-based partitioning 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Ester et al. (1996)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Density-based clustering; handles noise &amp; arbitrary shapes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Jain (2010)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Years of K-Means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of strengths, weaknesses and variants of K-Means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 &amp; Wunsch (2005)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of Clustering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Comparative view of partitional, hierarchical &amp; density methods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Pedregosa et al. (2011)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Python library used for library-based clustering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Sharma et al. (2025)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Multi-feature Segmentation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Combining financial + behavioural features improves segments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most studies use a single algorithm on secondary data with only financial features.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Comparative Analysis of Clustering Algorithms for Customer Segmentation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primary survey data capturing customer income, spending and shopping frequency.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727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and encode categorical responses into numerical form for analysis.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048256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04825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K-Means clustering from scratch to understand the core algorithm.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523744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52374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Shopping Frequency as a behavioural feature in segmentation.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99923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and compare K-Means (library), Hierarchical Clustering, and DBSCAN.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4747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models using the Elbow Method (WCSS) and Silhouette Score.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3950208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9502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and interpret resulting customer segments for business insight.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Comparative Analysis of Clustering Algorithms for Customer Segmentation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 —  System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5780" y="1417320"/>
            <a:ext cx="1234440" cy="13258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5780" y="1463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25780" y="1691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5780" y="2240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60220" y="2080260"/>
            <a:ext cx="1371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97380" y="1417320"/>
            <a:ext cx="1234440" cy="13258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97380" y="1463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97380" y="1691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97380" y="2240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encode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31820" y="2080260"/>
            <a:ext cx="1371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68980" y="1417320"/>
            <a:ext cx="1234440" cy="13258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8980" y="1463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68980" y="1691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68980" y="2240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Shopping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03420" y="2080260"/>
            <a:ext cx="1371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40580" y="1417320"/>
            <a:ext cx="1234440" cy="13258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0580" y="1463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40580" y="1691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40580" y="2240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75020" y="2080260"/>
            <a:ext cx="1371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12180" y="1417320"/>
            <a:ext cx="1234440" cy="13258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12180" y="1463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12180" y="1691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12180" y="2240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Hier.,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46620" y="2080260"/>
            <a:ext cx="1371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83780" y="1417320"/>
            <a:ext cx="1234440" cy="13258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3780" y="1463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83780" y="1691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83780" y="2240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combines financial and behavioural features, then compares four clustering approaches on real survey data.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3611880"/>
            <a:ext cx="804672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C9C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4864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6032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56032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(Income, Spending, Freq.)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57200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8368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58368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Comparative Analysis of Clustering Algorithms for Customer Segmentation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4672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 —  Algorithms Applied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(from Scratch)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implementation: random centroids → assign points by Euclidean distance → update means → iterate until convergence.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14300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34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(Scikit-learn)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Library-based version used as a benchmark; highly optimised and serves as the baseline for comparison.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8892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80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(Agglomerative)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461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each point as its own cluster and successively merges the closest clusters; produces a dendrogram.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78892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78892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880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2461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clustering using eps and min_samples; detects arbitrary shapes and automatically flags noise/outliers.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(WCSS) determines the optimal k;  Silhouette Score measures cluster cohesion and separation.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Comparative Analysis of Clustering Algorithms for Customer Segmentation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 —  Comparative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by Algorithm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4389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93776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Number of Clusters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46320" y="1280160"/>
            <a:ext cx="3931920" cy="1417320"/>
          </a:xfrm>
          <a:prstGeom prst="rect">
            <a:avLst/>
          </a:prstGeom>
          <a:solidFill>
            <a:srgbClr val="F4F6FA"/>
          </a:solidFill>
          <a:ln w="6350">
            <a:solidFill>
              <a:srgbClr val="C9CE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0" y="1325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4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84632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via the Elbow Method (WCSS)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8348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customer segments emerged based on income, spending and shopping frequency.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834640"/>
          <a:ext cx="39319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2801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(Scratch)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(Sklearn)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K-Means achieved the highest silhouette score and produced the best-separated segments.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Comparative Analysis of Clustering Algorithms for Customer Segmentation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04672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 —  Customer Segments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19659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1965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Budget-Conscious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income, low spending — frugal customers, careful with money.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143000"/>
            <a:ext cx="19659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143000"/>
            <a:ext cx="1965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143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17373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 Shoppers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51760" y="24688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income with balanced, steady monthly spending.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9659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143000"/>
            <a:ext cx="1965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143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Customers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24688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income and high spending — major revenue contributors.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1143000"/>
            <a:ext cx="19659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143000"/>
            <a:ext cx="1965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143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17373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Potential Customers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9440" y="24688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profile — best targeted through personalised marketing.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Shopping Frequency separated customers with similar financial profiles but different behaviour.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Comparative Analysis of Clustering Algorithms for Customer Segmentation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end-to-end customer segmentation framework was successfully designed and implemented.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addition of Shopping Frequency as a behavioural feature gave more meaningful segments than financial features alone.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(Scikit-learn) performed best with a Silhouette Score of 0.423 and an optimal K = 4.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across K-Means, Hierarchical and DBSCAN confirmed that algorithm choice must match dataset characteristics.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primary survey data made the results realistic and directly applicable to real business decisions.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richer behavioural features, deep-learning-based segmentation, real-time streaming data, and a web-based dashboard.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Comparative Analysis of Clustering Algorithms for Customer Segmentation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MacQueen, “Some Methods for Classification and Analysis of Multivariate Observations,” Proc. 5th Berkeley Symp. on Math. Stat. and Prob., 1967, pp. 281–297.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Ester, H. Kriegel, J. Sander and X. Xu, “A Density-Based Algorithm for Discovering Clusters in Large Spatial Databases with Noise,” Proc. 2nd Int. Conf. on KDD, 1996, pp. 226–231.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K. Jain, “Data Clustering: 50 Years Beyond K-Means,” Pattern Recognition Letters, vol. 31, no. 8, pp. 651–666, 2010.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Xu and D. Wunsch, “Survey of Clustering Algorithms,” IEEE Trans. on Neural Networks, vol. 16, no. 3, pp. 645–678, 2005.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Pedregosa et al., “Scikit-learn: Machine Learning in Python,” J. of Machine Learning Research, vol. 12, pp. 2825–2830, 2011.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Arthur and S. Vassilvitskii, “k-means++: The Advantages of Careful Seeding,” Proc. 18th ACM-SIAM Symp. on Discrete Algorithms, 2007, pp. 1027–1035.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Hastie, R. Tibshirani and J. Friedman, The Elements of Statistical Learning, 2nd ed., Springer, 2009.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Sharma, R. Jain and D. Verma, “Data-driven customer segmentation framework using multi-feature clustering,” IEEE Trans. on Knowledge and Data Engineering, vol. 37, no. 1, 2025.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Comparative Analysis of Clustering Algorithms for Customer Segmentation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737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880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Bhavishya   •   Ch. Sree Varsha   •   D. Bhavana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Mrs. Vineetha Kaashipaka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Comparative Analysis of Clustering Algorithms for Customer Segmentation</dc:title>
  <dc:subject>PptxGenJS Presentation</dc:subject>
  <dc:creator>N. Bhavishya, Ch. Sree Varsha, D. Bhavana</dc:creator>
  <cp:lastModifiedBy>N. Bhavishya, Ch. Sree Varsha, D. Bhavana</cp:lastModifiedBy>
  <cp:revision>1</cp:revision>
  <dcterms:created xsi:type="dcterms:W3CDTF">2026-04-24T00:09:34Z</dcterms:created>
  <dcterms:modified xsi:type="dcterms:W3CDTF">2026-04-24T00:09:34Z</dcterms:modified>
</cp:coreProperties>
</file>